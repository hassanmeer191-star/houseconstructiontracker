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14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512875"/>
            <a:ext cx="50653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>
                <a:solidFill>
                  <a:schemeClr val="bg1"/>
                </a:solidFill>
              </a:rPr>
              <a:t>Presented By:</a:t>
            </a:r>
          </a:p>
          <a:p>
            <a:r>
              <a:rPr lang="en-GB" sz="3200" b="1" dirty="0" smtClean="0">
                <a:solidFill>
                  <a:schemeClr val="bg1"/>
                </a:solidFill>
              </a:rPr>
              <a:t>Muhammad Hassan-139</a:t>
            </a:r>
          </a:p>
          <a:p>
            <a:r>
              <a:rPr lang="en-GB" sz="3200" b="1" dirty="0" err="1" smtClean="0">
                <a:solidFill>
                  <a:schemeClr val="bg1"/>
                </a:solidFill>
              </a:rPr>
              <a:t>Shahmeer</a:t>
            </a:r>
            <a:r>
              <a:rPr lang="en-GB" sz="3200" b="1" dirty="0" smtClean="0">
                <a:solidFill>
                  <a:schemeClr val="bg1"/>
                </a:solidFill>
              </a:rPr>
              <a:t> Hussain-155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0978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is one of the biggest problems during house construction?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</a:t>
            </a:r>
            <a:r>
              <a:rPr lang="en-US" sz="1500" dirty="0" smtClean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track actual progress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difficult to identify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and previous updates are hard to track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scattered across WhatsApp, calls, paper, etc.</a:t>
            </a:r>
            <a:endParaRPr lang="en-US" sz="15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718" y="1645920"/>
            <a:ext cx="3187655" cy="23907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Proposed Solution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7589520" cy="109728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28016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often depend on calls, WhatsApp, or verbal updates, making it difficult to track progress, pending work, delays, and issues in one place.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Construction Progress Tracker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system providing a centralized platform to manage and monitor construction progress.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Justification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addresses a Complex Computing Problem through: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2377440" cy="246888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2377440" cy="54864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Involvement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97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requirements and access for Homeowner, Supervisor, and Admin.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377440" cy="246888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783080"/>
            <a:ext cx="2377440" cy="54864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697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phases, tasks, progress, issues, photos, and database are connected.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Phase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Expense Tracking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508760"/>
            <a:ext cx="1051560" cy="411480"/>
          </a:xfrm>
          <a:prstGeom prst="roundRect">
            <a:avLst>
              <a:gd name="adj" fmla="val 22222"/>
            </a:avLst>
          </a:prstGeom>
          <a:solidFill>
            <a:srgbClr val="F6F4F0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5087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1051560" cy="411480"/>
          </a:xfrm>
          <a:prstGeom prst="roundRect">
            <a:avLst>
              <a:gd name="adj" fmla="val 22222"/>
            </a:avLst>
          </a:prstGeom>
          <a:solidFill>
            <a:srgbClr val="F6F4F0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5087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508760"/>
            <a:ext cx="1051560" cy="411480"/>
          </a:xfrm>
          <a:prstGeom prst="roundRect">
            <a:avLst>
              <a:gd name="adj" fmla="val 22222"/>
            </a:avLst>
          </a:prstGeom>
          <a:solidFill>
            <a:srgbClr val="F6F4F0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15087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606040"/>
            <a:ext cx="3200400" cy="329184"/>
          </a:xfrm>
          <a:prstGeom prst="rect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26060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026664"/>
            <a:ext cx="3200400" cy="329184"/>
          </a:xfrm>
          <a:prstGeom prst="rect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3026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447288"/>
            <a:ext cx="3200400" cy="329184"/>
          </a:xfrm>
          <a:prstGeom prst="rect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3447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867912"/>
            <a:ext cx="3200400" cy="329184"/>
          </a:xfrm>
          <a:prstGeom prst="rect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38679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4288536"/>
            <a:ext cx="3200400" cy="329184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36695" y="430352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2377440" cy="118872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63040"/>
            <a:ext cx="64008" cy="11887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377440" cy="118872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463040"/>
            <a:ext cx="64008" cy="11887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NetBeans IDE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897880" y="1463040"/>
            <a:ext cx="2377440" cy="118872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1463040"/>
            <a:ext cx="64008" cy="11887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2377440" cy="118872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26080"/>
            <a:ext cx="64008" cy="11887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2926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337560" y="2926080"/>
            <a:ext cx="2377440" cy="118872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2926080"/>
            <a:ext cx="64008" cy="11887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2926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7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Duration: 3.5–4 Months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7589520" cy="36576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7589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2468880"/>
            <a:ext cx="7589520" cy="36576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2926080"/>
            <a:ext cx="7589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3383280"/>
            <a:ext cx="7589520" cy="365760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Bug Fixing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3840480"/>
            <a:ext cx="7589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Deployment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343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14–16 Weeks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with Existing Systems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compare existing construction management systems (Procore, Buildertrend, Fieldwire) and identify areas for improvement.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705498"/>
              </p:ext>
            </p:extLst>
          </p:nvPr>
        </p:nvGraphicFramePr>
        <p:xfrm>
          <a:off x="777240" y="1645920"/>
          <a:ext cx="7589520" cy="25603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Buildertrend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Fieldwire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for homeowners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easy-to-learn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Homeowner / Supervisor / Admin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Progress, </a:t>
                      </a:r>
                      <a:r>
                        <a:rPr lang="en-US" sz="1200" dirty="0" smtClean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</a:t>
                      </a:r>
                      <a:r>
                        <a:rPr lang="en-US" sz="1200" baseline="0" dirty="0" smtClean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smtClean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</a:t>
                      </a: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 in one 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cost, no subscription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customizable (own code &amp; database)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350</Words>
  <Application>Microsoft Office PowerPoint</Application>
  <PresentationFormat>On-screen Show (16:9)</PresentationFormat>
  <Paragraphs>120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Construction Progress Tracker</dc:title>
  <dc:subject>PptxGenJS Presentation</dc:subject>
  <dc:creator>PptxGenJS</dc:creator>
  <cp:lastModifiedBy>Microsoft account</cp:lastModifiedBy>
  <cp:revision>6</cp:revision>
  <dcterms:created xsi:type="dcterms:W3CDTF">2026-10-04T22:22:23Z</dcterms:created>
  <dcterms:modified xsi:type="dcterms:W3CDTF">2026-10-08T01:01:01Z</dcterms:modified>
</cp:coreProperties>
</file>